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35"/>
  </p:normalViewPr>
  <p:slideViewPr>
    <p:cSldViewPr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32ABD-ED6A-DF75-5AE1-ACE60B7DB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20" name="Picture Placeholder 19" descr="Close-up photograph of a mosaic tile pattern featuring small square tiles in shades of blue, yellow, and beige. ">
            <a:extLst>
              <a:ext uri="{FF2B5EF4-FFF2-40B4-BE49-F238E27FC236}">
                <a16:creationId xmlns:a16="http://schemas.microsoft.com/office/drawing/2014/main" id="{EBB66E52-D35B-5907-C6EA-A664154E31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0" b="4330"/>
          <a:stretch>
            <a:fillRect/>
          </a:stretch>
        </p:blipFill>
        <p:spPr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365127690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9C16DF-FD5D-45EB-A5D0-4ED61432363F}">
  <ds:schemaRefs>
    <ds:schemaRef ds:uri="http://schemas.microsoft.com/office/2006/documentManagement/types"/>
    <ds:schemaRef ds:uri="http://www.w3.org/XML/1998/namespace"/>
    <ds:schemaRef ds:uri="http://schemas.microsoft.com/sharepoint/v3"/>
    <ds:schemaRef ds:uri="230e9df3-be65-4c73-a93b-d1236ebd677e"/>
    <ds:schemaRef ds:uri="4f03c07c-4386-4244-9dd2-b6296b229822"/>
    <ds:schemaRef ds:uri="http://purl.org/dc/dcmitype/"/>
    <ds:schemaRef ds:uri="http://schemas.microsoft.com/office/infopath/2007/PartnerControls"/>
    <ds:schemaRef ds:uri="http://purl.org/dc/terms/"/>
    <ds:schemaRef ds:uri="59b65cf5-04c8-4211-865f-0d1019a3550b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470EB2F-9F98-4954-9465-3220BC32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{8EF87713-6073-4DCD-BB15-A0DFEF08C574}74b27fa7-47d9-4b2b-80c4-7bceb511e5ed-TF74809995-9e66-46d0-afc4-980286e0ea6218f13f8d_win32</Template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Dune</vt:lpstr>
      <vt:lpstr>Presentation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Cardenas</dc:creator>
  <cp:lastModifiedBy>Francis Cardenas</cp:lastModifiedBy>
  <cp:revision>1</cp:revision>
  <dcterms:created xsi:type="dcterms:W3CDTF">2026-10-04T15:16:46Z</dcterms:created>
  <dcterms:modified xsi:type="dcterms:W3CDTF">2026-10-04T15:17:33Z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